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374169"/>
            <a:ext cx="7193329" cy="740195"/>
            <a:chOff x="0" y="0"/>
            <a:chExt cx="1822776" cy="187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2777" cy="187564"/>
            </a:xfrm>
            <a:custGeom>
              <a:avLst/>
              <a:gdLst/>
              <a:ahLst/>
              <a:cxnLst/>
              <a:rect r="r" b="b" t="t" l="l"/>
              <a:pathLst>
                <a:path h="187564" w="1822777">
                  <a:moveTo>
                    <a:pt x="0" y="0"/>
                  </a:moveTo>
                  <a:lnTo>
                    <a:pt x="1822777" y="0"/>
                  </a:lnTo>
                  <a:lnTo>
                    <a:pt x="1822777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F277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22776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294767"/>
            <a:ext cx="7193329" cy="740195"/>
            <a:chOff x="0" y="0"/>
            <a:chExt cx="1822776" cy="1875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2777" cy="187564"/>
            </a:xfrm>
            <a:custGeom>
              <a:avLst/>
              <a:gdLst/>
              <a:ahLst/>
              <a:cxnLst/>
              <a:rect r="r" b="b" t="t" l="l"/>
              <a:pathLst>
                <a:path h="187564" w="1822777">
                  <a:moveTo>
                    <a:pt x="0" y="0"/>
                  </a:moveTo>
                  <a:lnTo>
                    <a:pt x="1822777" y="0"/>
                  </a:lnTo>
                  <a:lnTo>
                    <a:pt x="1822777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0074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22776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6133112"/>
            <a:ext cx="13042240" cy="740195"/>
            <a:chOff x="0" y="0"/>
            <a:chExt cx="3304880" cy="1875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4880" cy="187564"/>
            </a:xfrm>
            <a:custGeom>
              <a:avLst/>
              <a:gdLst/>
              <a:ahLst/>
              <a:cxnLst/>
              <a:rect r="r" b="b" t="t" l="l"/>
              <a:pathLst>
                <a:path h="187564" w="3304880">
                  <a:moveTo>
                    <a:pt x="0" y="0"/>
                  </a:moveTo>
                  <a:lnTo>
                    <a:pt x="3304880" y="0"/>
                  </a:lnTo>
                  <a:lnTo>
                    <a:pt x="3304880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F2771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304880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6053710"/>
            <a:ext cx="13042240" cy="740195"/>
            <a:chOff x="0" y="0"/>
            <a:chExt cx="3304880" cy="1875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4880" cy="187564"/>
            </a:xfrm>
            <a:custGeom>
              <a:avLst/>
              <a:gdLst/>
              <a:ahLst/>
              <a:cxnLst/>
              <a:rect r="r" b="b" t="t" l="l"/>
              <a:pathLst>
                <a:path h="187564" w="3304880">
                  <a:moveTo>
                    <a:pt x="0" y="0"/>
                  </a:moveTo>
                  <a:lnTo>
                    <a:pt x="3304880" y="0"/>
                  </a:lnTo>
                  <a:lnTo>
                    <a:pt x="3304880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0074C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04880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3892055"/>
            <a:ext cx="17464587" cy="740195"/>
            <a:chOff x="0" y="0"/>
            <a:chExt cx="4425494" cy="1875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25495" cy="187564"/>
            </a:xfrm>
            <a:custGeom>
              <a:avLst/>
              <a:gdLst/>
              <a:ahLst/>
              <a:cxnLst/>
              <a:rect r="r" b="b" t="t" l="l"/>
              <a:pathLst>
                <a:path h="187564" w="4425495">
                  <a:moveTo>
                    <a:pt x="0" y="0"/>
                  </a:moveTo>
                  <a:lnTo>
                    <a:pt x="4425495" y="0"/>
                  </a:lnTo>
                  <a:lnTo>
                    <a:pt x="4425495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F2771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425494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3812653"/>
            <a:ext cx="17464587" cy="740195"/>
            <a:chOff x="0" y="0"/>
            <a:chExt cx="4425494" cy="1875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5495" cy="187564"/>
            </a:xfrm>
            <a:custGeom>
              <a:avLst/>
              <a:gdLst/>
              <a:ahLst/>
              <a:cxnLst/>
              <a:rect r="r" b="b" t="t" l="l"/>
              <a:pathLst>
                <a:path h="187564" w="4425495">
                  <a:moveTo>
                    <a:pt x="0" y="0"/>
                  </a:moveTo>
                  <a:lnTo>
                    <a:pt x="4425495" y="0"/>
                  </a:lnTo>
                  <a:lnTo>
                    <a:pt x="4425495" y="187564"/>
                  </a:lnTo>
                  <a:lnTo>
                    <a:pt x="0" y="187564"/>
                  </a:lnTo>
                  <a:close/>
                </a:path>
              </a:pathLst>
            </a:custGeom>
            <a:solidFill>
              <a:srgbClr val="0074C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425494" cy="24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1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DAHSqFWexv8</dc:identifier>
  <dcterms:modified xsi:type="dcterms:W3CDTF">2011-08-01T06:04:30Z</dcterms:modified>
  <cp:revision>1</cp:revision>
</cp:coreProperties>
</file>